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92608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00BD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BD7D"/>
                </a:solidFill>
              </a:defRPr>
            </a:pPr>
            <a:r>
              <a:t>ХАКАТОН • 9–11 КЛАССЫ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ПОРТАЛ ДОСТИЖЕНИЙ ЛИЦЕЯ</a:t>
            </a:r>
          </a:p>
          <a:p>
            <a:pPr>
              <a:spcBef>
                <a:spcPts val="800"/>
              </a:spcBef>
              <a:defRPr sz="1600">
                <a:solidFill>
                  <a:srgbClr val="00BD7D"/>
                </a:solidFill>
              </a:defRPr>
            </a:pPr>
            <a:r>
              <a:t>Учёт успехов по физике, математике и информатике: верификация, портфолио, рейтинг и Telegram-бот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1069848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BD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06908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Команда разработчиков (9Б класс)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Гумеров Раиль — капитан, Full-stack разработка, архитектура API и верификации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Фаррахов Ислам — интеграция с Telegram Bot API, разработка HobbitBot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Якубов Амир — проектирование схемы базы данных (PostgreSQL / SQLite) и аудит коллизий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Биктагиров Самир, Авдошин Радислав, Яруллин Самат — UX/UI дизайн, алгоритмы рейтинга и тестирование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D7D"/>
                </a:solidFill>
                <a:latin typeface="Oswald"/>
              </a:defRPr>
            </a:pPr>
            <a:r>
              <a:t>ПРОБЛЕМАТИКА &amp; ЦЕННОСТЬ ПРОДУКТА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Oswald"/>
              </a:defRPr>
            </a:pPr>
            <a:r>
              <a:t>Зачем лицею единый цифровой портал достижений?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❌ Как устроено сейчас (Проблемы)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Бумажный хаос грамот: дипломы олимпиад и хакатонов оседают дома в папках и теряются к 11 классу.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Непрозрачный отбор: при распределении в профильные классы и начислении стипендий сложно учесть все успехи объективно.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Перегрузка учителей: ручной сбор подтверждений и сведение отчётов в Excel отнимают десятки часов.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Отсутствие единого профиля: ученик не видит свой реальный рейтинг и отставание от стипендии.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✅ Наше цифровое решение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Единый личный кабинет: ученик загружает достижения, сканы дипломов и видит свой прогресс.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Прозрачная верификация: учитель проверяет скан диплома и подтверждает/отклоняет заявку в 1 клик.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Автоматический пересчёт: баллы начисляются по утверждённой матрице (тип + уровень + результат).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Мобильный доступ: Telegram-бот HobbitBot для быстрой подачи заявок со смартфона.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Готовое портфолио: мгновенная генерация официального PDF-документа для вузов и комиссий.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D7D"/>
                </a:solidFill>
                <a:latin typeface="Oswald"/>
              </a:defRPr>
            </a:pPr>
            <a:r>
              <a:t>СИСТЕМА ОЦЕНИВАНИЯ &amp; МОТИВАЦИЯ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Oswald"/>
              </a:defRPr>
            </a:pPr>
            <a:r>
              <a:t>Справедливая матрица начисления баллов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🎯 Предметный фокус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Ключевые дисциплины лицея: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⚛️ Физика (ВсОШ, Росатом, олимпиада «Шаг в будущее»)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📐 Математика (городские матбои, турнир Ломоносова)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💻 Информатика (хакатоны, олимпиады по IT, робототехника)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🚀 Научные проекты и конференции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🤝 Волонтёрство и социальные часы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BD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📊 Градация уровней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Баллы зависят от масштаба: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Федеральный / Всерос: до 70 баллов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Региональный: до 50 баллов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Городской: до 35 баллов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Школьный этап: до 20 баллов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Градация результатов: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Победитель &gt; Призёр &gt; Участник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🛡 Защита от накрутки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Почему система надёжна?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1. Ученик не вводит баллы вручную — их вычисляет алгоритм по матрице правил.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2. Баллы начисляются в рейтинг ТОЛЬКО после проверки учителем.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3. Обязательное прикрепление ссылки на подтверждающий диплом/скан.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4. При отклонении учитель обязан указать причину.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D7D"/>
                </a:solidFill>
                <a:latin typeface="Oswald"/>
              </a:defRPr>
            </a:pPr>
            <a:r>
              <a:t>ТЕХНИЧЕСКАЯ АРХИТЕКТУРА (9–11 КЛАССЫ)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Oswald"/>
              </a:defRPr>
            </a:pPr>
            <a:r>
              <a:t>Инженерия данных, безопасность и краевые случаи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🏛 3-звенная архитектура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UI (Интерфейс): адаптивный HTML5 / CSS3 / ES6, работает без установки серверов прямо из архива.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API-Слой (api.js): изолированная бизнес-логика. Методы готовы к замене на fetch() к бэкенду без правки интерфейса.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Схема БД (schema.sql): PostgreSQL в 3-й нормальной форме. Включает таблицы users, achievements, points_matrix, аудит.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Локальный бэкенд: скрипт database/init_sqlite.py для развёртывания базы на SQLite.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BD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⚡ Решение краевых случаев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Коллизия: 2 администратора подтверждают одно достижение: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  Реализована оптимистичная блокировка. Статус меняется строго из 'pending'. Повторное подтверждение отклоняется ошибкой с фиксацией первого админа.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Чужой диплом или фальсификация: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  Проверка скана диплома по реестру/протоколу, отклонение с публичным комментарием.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Безопасность: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  Хеширование паролей, санитизация через esc() против XSS, параметризованные SQL-запросы.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D7D"/>
                </a:solidFill>
                <a:latin typeface="Oswald"/>
              </a:defRPr>
            </a:pPr>
            <a:r>
              <a:t>МОБИЛЬНАЯ ИНТЕГРАЦИЯ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Oswald"/>
              </a:defRPr>
            </a:pPr>
            <a:r>
              <a:t>Telegram-бот лицея HobbitBot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BD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🤖 Возможности бота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Авторизация ученика: /login &lt;логин&gt; &lt;пароль&gt; с привязкой сессии.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📊 Мой рейтинг: мгновенный просмотр текущих баллов с детализацией по физике, математике и IT.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🏆 Топ-10 лицея: просмотр лидеров рейтинга в реальном времени.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➕ Подача достижения: пошаговый мастер прямо в чате со смартфона (название → категория → результат).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📜 Статус заявок: мониторинг статуса проверки учителем.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🤖 Совет ИИ: персональная подсказка, где добрать баллы.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💡 Реализация и демонстрация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Два дополняющих решения команды: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1. Серверный бот на чистом Python (bot/telegram_bot.py):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Работает без внешних зависимостей (только urllib и json).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Быстрый запуск в 1 клик через run_bot.bat.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Подключён реальный бот HobbitBot.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2. Интерактивный веб-симулятор (bot.html):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Точная копия интерфейса Telegram в браузере.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Позволяет жюри протестировать сценарии бота офлайн без интернета!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Полная синхронизация с базой данных портала.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D7D"/>
                </a:solidFill>
                <a:latin typeface="Oswald"/>
              </a:defRPr>
            </a:pPr>
            <a:r>
              <a:t>UX/UI &amp; ИННОВАЦИИ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Oswald"/>
              </a:defRPr>
            </a:pPr>
            <a:r>
              <a:t>Личный кабинет, PDF-портфолио и Академический аудит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📄 Официальное портфолио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Генерация чистого документа для приёмных комиссий и стипендиальных советов.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Автоматическая сводка по категориям STEM.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Список подтверждённых достижений с датами и баллами.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Экспорт в PDF / печать в 1 клик (Ctrl+P).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BD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📊 Академический аудит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Расчёт прогресса до повышенной стипендии (порог 60 баллов).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Мониторинг баланса ключевых STEM-дисциплин (физика, математика, IT).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Официальный лицейский календарь ближайших олимпиад и хакатонов.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Прозрачный алгоритмический расчёт без субъективных факторов.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🎖 Элементы геймификации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4 ступени прогресса: Новичок → Активист → Мастер наук → Легенда лицея.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Тематические бейджи: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  ⚛️ «Юный Ньютон» (физика)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  📐 «Архимед» (математика)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  💻 «Кодер лицея» (IT)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  🏆 «Чемпион» (2+ победы).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D7D"/>
                </a:solidFill>
                <a:latin typeface="Oswald"/>
              </a:defRPr>
            </a:pPr>
            <a:r>
              <a:t>ИНСТРУМЕНТЫ АДМИНИСТРАТОРА &amp; РЕЙТИНГ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Oswald"/>
              </a:defRPr>
            </a:pPr>
            <a:r>
              <a:t>Управление качеством данных и соревновательный дух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⚙️ Кабинет учителя / администратора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Экспресс-панель модерации: проверка входящих заявок учеников.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Просмотр прикреплённых сканов дипломов по ссылке.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Быстрые действия: '✓ Принять' / '✗ Отклонить' с обязательной фиксацией причины.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Управление базой аккаунтов: удаление новых/тестовых профилей в 1 клик, экспорт базы в JSON.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Экспорт отчёта в CSV (с поддержкой Excel UTF-8 BOM) для школьной отчётности.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BD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🏆 Рейтинговая система (Лидерборд)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Подиум лидеров: Топ-10 учеников с золотым, серебряным и бронзовым оформлением.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Гибкие фильтры: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  - По направлениям (Физика / Математика / Информатика)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  - По классам (9А, 9Б, 10А, 11Б)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  - По периодам дат (четверть, полугодие, учебный год).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Подсветка строки текущего ученика в общей таблице лицея.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D7D"/>
                </a:solidFill>
                <a:latin typeface="Oswald"/>
              </a:defRPr>
            </a:pPr>
            <a:r>
              <a:t>ПЛАН МАСШТАБИРОВАНИЯ &amp; ЗАЩИТА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Oswald"/>
              </a:defRPr>
            </a:pPr>
            <a:r>
              <a:t>Готовность к внедрению и перспективы развития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🚀 План масштабирования (Roadmap)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1. Интеграция с электронным журналом (ЭЖД):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   Автоматическая синхронизация списков учеников и классов.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2. Серверное хранилище дипломов (S3 / WebDAV):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   Прямая загрузка PDF-файлов и изображений с автоматическим OCR-распознаванием печатей.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3. Интеграция с Госуслугами / РДДМ: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   Верификация лицейских портфолио для получения доп. баллов к ЕГЭ.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Oswald"/>
              </a:defRPr>
            </a:pPr>
            <a:r>
              <a:t>✨ Итоги проекта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100% готовность прототипа: веб-платформа открывается локально двойным кликом.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Telegram-бот HobbitBot настроен и работает с реальным Bot API.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• Полное соответствие всем критериям группы 9–11 классов.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Готовы перейти к живой демонстрации прототипа!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Poppins"/>
              </a:defRPr>
            </a:pPr>
            <a: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